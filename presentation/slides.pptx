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Expense Approval Workflow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CST8917 — Dual implementation (Durable Functions vs Logic Apps + Service Bus)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— Business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Input: employee, emails, amount, category, description</a:t>
            </a:r>
          </a:p>
          <a:p>
            <a:pPr/>
            <a:r>
              <a:t>Valid categories: travel, meals, supplies, equipment, software, other</a:t>
            </a:r>
          </a:p>
          <a:p>
            <a:pPr/>
            <a:r>
              <a:t>&lt; $100: auto-approve; ≥ $100: manager approval with timeout escalation</a:t>
            </a:r>
          </a:p>
          <a:p>
            <a:pPr/>
            <a:r>
              <a:t>Employee email for final outcome (approved / rejected / escalated)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Version A — Durable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Orchestrator + activities; HTTP start and manager callback endpoints</a:t>
            </a:r>
          </a:p>
          <a:p>
            <a:pPr/>
            <a:r>
              <a:t>Human interaction: external event vs durable timer (task_any)</a:t>
            </a:r>
          </a:p>
          <a:p>
            <a:pPr/>
            <a:r>
              <a:t>Local testing with func start and test-durable.http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Version B — Logic Apps + Service 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Queue ingress; Function /validate shared rules with Version A</a:t>
            </a:r>
          </a:p>
          <a:p>
            <a:pPr/>
            <a:r>
              <a:t>Pending state + polling for manager path; topic + filtered subscriptions</a:t>
            </a:r>
          </a:p>
          <a:p>
            <a:pPr/>
            <a:r>
              <a:t>Connectors for Service Bus and email — see DEPLOYMENT.md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Comparison (six dimensions)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Development experience, testability, error handling</a:t>
            </a:r>
          </a:p>
          <a:p>
            <a:pPr/>
            <a:r>
              <a:t>Human interaction pattern, observability, cost (calculator)</a:t>
            </a:r>
          </a:p>
          <a:p>
            <a:pPr/>
            <a:r>
              <a:t>Concrete observations from building both paths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 &amp; lessons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Default to Durable for core state machine; Logic Apps for integration-heavy ops</a:t>
            </a:r>
          </a:p>
          <a:p>
            <a:pPr/>
            <a:r>
              <a:t>Surprises: connector auth, polling cost, replay discipline in orchestrators</a:t>
            </a:r>
          </a:p>
          <a:p>
            <a:pPr/>
            <a:r>
              <a:t>What I would change: hybrid or fewer polling iterations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