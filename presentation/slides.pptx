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Expense Approval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Compare &amp; Contrast: Durable Functions vs Logic Apps + Service Bus</a:t>
            </a:r>
          </a:p>
          <a:p>
            <a:r>
              <a:t>Olivie Bergeron · CST8917 Serverless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built (same rules twice)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Validate required fields + allowed categories (travel, meals, …)</a:t>
            </a:r>
          </a:p>
          <a:p>
            <a:pPr>
              <a:defRPr sz="2000"/>
            </a:pPr>
            <a:r>
              <a:t>Under $100 → auto-approved</a:t>
            </a:r>
          </a:p>
          <a:p>
            <a:pPr>
              <a:defRPr sz="2000"/>
            </a:pPr>
            <a:r>
              <a:t>$100+ → wait for manager; timeout → escalated (still approved per policy)</a:t>
            </a:r>
          </a:p>
          <a:p>
            <a:pPr>
              <a:defRPr sz="2000"/>
            </a:pPr>
            <a:r>
              <a:t>Employee gets email / notification with final outcome</a:t>
            </a:r>
          </a:p>
          <a:p>
            <a:pPr>
              <a:defRPr sz="2000"/>
            </a:pPr>
            <a:r>
              <a:t>Goal: same business workflow, two Azure orchestration styles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A — Durable Functions (Python v2)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HTTP starter → orchestrator + activities (validate, notify)</a:t>
            </a:r>
          </a:p>
          <a:p>
            <a:pPr>
              <a:defRPr sz="2000"/>
            </a:pPr>
            <a:r>
              <a:t>Human interaction: wait_for_external_event vs durable timer (task_any)</a:t>
            </a:r>
          </a:p>
          <a:p>
            <a:pPr>
              <a:defRPr sz="2000"/>
            </a:pPr>
            <a:r>
              <a:t>Manager approves via HTTP that raises ManagerApproval on the instance</a:t>
            </a:r>
          </a:p>
          <a:p>
            <a:pPr>
              <a:defRPr sz="2000"/>
            </a:pPr>
            <a:r>
              <a:t>Strong fit: one code file, deterministic branching, local func start + .http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B — Logic Apps + Service 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Ingress: Service Bus queue; validation: same rules via Azure Function /api/validate</a:t>
            </a:r>
          </a:p>
          <a:p>
            <a:pPr>
              <a:defRPr sz="2000"/>
            </a:pPr>
            <a:r>
              <a:t>Outcomes: topic message with application property outcome (approved / rejected / …)</a:t>
            </a:r>
          </a:p>
          <a:p>
            <a:pPr>
              <a:defRPr sz="2000"/>
            </a:pPr>
            <a:r>
              <a:t>No native durable wait: correlation id + Until loop + GET /api/pending/{id}/status</a:t>
            </a:r>
          </a:p>
          <a:p>
            <a:pPr>
              <a:defRPr sz="2000"/>
            </a:pPr>
            <a:r>
              <a:t>Filtered topic subscriptions for grading / demos; email from a connector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actually hurt (debugging in Azure)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Cloud debugging ≠ IDE breakpoints — Log stream, run history, App Insights</a:t>
            </a:r>
          </a:p>
          <a:p>
            <a:pPr>
              <a:defRPr sz="2000"/>
            </a:pPr>
            <a:r>
              <a:t>Logic Apps: wrong action name in body('…') breaks conditions silently until runtime</a:t>
            </a:r>
          </a:p>
          <a:p>
            <a:pPr>
              <a:defRPr sz="2000"/>
            </a:pPr>
            <a:r>
              <a:t>HTTP to Functions: Content-Type + JSON body tripped “invalid JSON” until headers fixed</a:t>
            </a:r>
          </a:p>
          <a:p>
            <a:pPr>
              <a:defRPr sz="2000"/>
            </a:pPr>
            <a:r>
              <a:t>Deploy mismatch (404 on /api/validate) until the right Function app + publish</a:t>
            </a:r>
          </a:p>
          <a:p>
            <a:pPr>
              <a:defRPr sz="2000"/>
            </a:pPr>
            <a:r>
              <a:t>Service Bus Basic tier: no topics — Standard needed for topic + subscriptions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—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Development: faster to reason in code (A); faster to wire connectors in designer (B)</a:t>
            </a:r>
          </a:p>
          <a:p>
            <a:pPr>
              <a:defRPr sz="2000"/>
            </a:pPr>
            <a:r>
              <a:t>Testability: local E2E easier for A; B needs Azure resources for a faithful test</a:t>
            </a:r>
          </a:p>
          <a:p>
            <a:pPr>
              <a:defRPr sz="2000"/>
            </a:pPr>
            <a:r>
              <a:t>Human pattern: external event + timer (A) vs polling + stored state (B)</a:t>
            </a:r>
          </a:p>
          <a:p>
            <a:pPr>
              <a:defRPr sz="2000"/>
            </a:pPr>
            <a:r>
              <a:t>Cost: Logic App actions × runs (esp. Delay in loops) can add up vs tight Durable turns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&amp; lessons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Default to Durable Functions for this style of long-running approval state machine</a:t>
            </a:r>
          </a:p>
          <a:p>
            <a:pPr>
              <a:defRPr sz="2000"/>
            </a:pPr>
            <a:r>
              <a:t>Choose Logic Apps + Service Bus when integrations / visual ops handoff matter more</a:t>
            </a:r>
          </a:p>
          <a:p>
            <a:pPr>
              <a:defRPr sz="2000"/>
            </a:pPr>
            <a:r>
              <a:t>Lesson: document manager-approval workaround (polling) and cap Until iterations</a:t>
            </a:r>
          </a:p>
          <a:p>
            <a:pPr>
              <a:defRPr sz="2000"/>
            </a:pPr>
            <a:r>
              <a:t>Lesson: treat portal expression names and deployment URL as “production config”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